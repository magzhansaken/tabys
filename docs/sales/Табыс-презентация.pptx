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Бірінші жыл, барлығы</c:v>
                </c:pt>
              </c:strCache>
            </c:strRef>
          </c:tx>
          <c:spPr>
            <a:solidFill>
              <a:srgbClr val="1B6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B6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6B4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Табыс</c:v>
                  </c:pt>
                  <c:pt idx="1">
                    <c:v>UMAG</c:v>
                  </c:pt>
                  <c:pt idx="2">
                    <c:v>Wipon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198800</c:v>
                </c:pt>
                <c:pt idx="1">
                  <c:v>268800</c:v>
                </c:pt>
                <c:pt idx="2">
                  <c:v>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7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Табыс — Қазақстан дүкендері үшін жасалған. Кассадан бастап салыққа дейін бір жүйеде.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Осы экранды көрсетіңіз. Дүкен иесі функция тізімін оқымайды — экранға қарап шешеді: кассирім істей ме, жоқ па.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Әр дүкен иесі осы төрт сұрақпен күн сайын кездеседі.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Касса Windows планшетінде немесе компьютерде. Сканер, таразы, чек принтері, ақша жәшігі қосылады.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690 автоматты тексеру — әр жаңарту алдында өтеді.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Барлық 21 бөлім Стандарт тарифінде. Старт тарифінде негізгі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Бұл алты функция UMAG пен Wipon-да жоқ.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Телефон қосымшасы — иесі үшін. Кассирге кассадағы бағдарлама.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UMAG: Старт 8 800, Стандарт 19 900, орнату 30 000. Wipon: Lite 15 000, Standard 22 500 бөліп төлегенде. Дереккөз: umag.kz/tarify, docs.wipon.kz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Жылдық төлем: 10 ай бағасына 12 ай. Старт 69 000, Стандарт 149 000 жылына.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Серіктес — жергілікті адам. Ол дүкенге келеді, орнатады, оқытады.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Байланыс: телефон, WhatsApp, Telegram — серіктес нөмірін қосыңыз.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097280"/>
            <a:ext cx="3840480" cy="384048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28016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Табыс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774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Дүкеніңіз үшін толық есеп жүйесі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 · Қойма · Есептер · Kaspi · Салық — бір жерде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Айына 9 990 ₸-ден · Орнату 20 000 ₸ · 2 күн тегін сынақ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Кассирдің экраны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Нақты касса. Сурет емес.</a:t>
            </a:r>
            <a:endParaRPr lang="en-US" sz="1400" dirty="0"/>
          </a:p>
        </p:txBody>
      </p:sp>
      <p:pic>
        <p:nvPicPr>
          <p:cNvPr id="4" name="Image 0" descr="/home/claude/pres/kas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035040" cy="33924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335024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2801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 экран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1609344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Тауар да, чек те көрінеді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766560" y="2176272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178040" y="212140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Ірі әріп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245059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Көзі нашар кассир де оқиды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766560" y="3017520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178040" y="296265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Салмақ өзі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32918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Картоп 4,5 кг — қолмен енгізілмеген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3858768"/>
            <a:ext cx="292608" cy="29260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178040" y="380390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ОПЛАТА-да сома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7178040" y="41330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қанша алатынын көріп тұрады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Дүкен иесінің күнделікті қиындығы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16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Түсім қайда кетті?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63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қанша сатты, қайтарым қанша — кешке дейін белгісіз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0848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Тауар қалды ма?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43230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Сатып алушы сұрайды, сатушы қоймаға жүгіреді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01752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953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Салық қалай есептеледі?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3009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Тоқсан сайын бухгалтерге ақша, декларация қолмен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822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Kaspi-де тапсырыстар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16966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Сайтта бір қалдық, дүкенде басқа — қателік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Касса — кассирге ыңғайлы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Интернетсіз жұмыс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Байланыс үзілсе де сатады, чек басады, ауысымды жабады. Чектер өзі кетеді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2618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Штрих-код пен таразы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Салмақ штрих-кодтан алынады — кассир енгізбейді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Таңбалау (Data Matrix)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Темекі, алкоголь: кодсыз төлемге жібермейді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084832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21579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Жас тексеру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245059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Алкоголь мен темекіге туған жылды өзі көрсетеді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980944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Кейінге қалдыру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346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Сатып алушы ақшаға кетті — касса бос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980944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9204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Қайтарым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892040" y="334670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Ақша келген жолмен қайтады: қолма-қол, карта, QR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87705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Ауысым және X/Z есеп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242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ақша санайды — айырма бірден көрінеді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3877056"/>
            <a:ext cx="39319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9502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Құлып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892040" y="424281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Үш минут қозғалыссыз — код сұрайды, чек жоғалмайды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Касса сандармен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кассадағы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функция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69748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тіл: қазақша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және орысша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690+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автоматты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тексеру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995160" y="137160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6995160" y="251460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интернетсіз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жоғалған чек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 оқуы — жарты сағат. Екінші рет түсіндіретін адам болмайды, сондықтан касса өзі айтады: не болды, не істеу керек.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Иесінің кабинеті — 21 бөлім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Компьютерден де, телефоннан да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Көрсеткіштер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508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Тауарлар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508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46520" y="1417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Қойма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Қаржы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37560" y="1965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Есептер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965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46520" y="1874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Қызметкерлер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24231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Жалақы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337560" y="24231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657600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Салық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24231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46520" y="23317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Адалдық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48640" y="28803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дүкен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337560" y="28803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65760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Таңбалау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126480" y="28803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46520" y="27889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Акциз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33375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6868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Контрагенттер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337560" y="33375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65760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Көтерме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126480" y="33375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46520" y="32461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Техкарталар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" y="3794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68680" y="3703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RFM-талдау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337560" y="3794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657600" y="3703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Сертификаттар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126480" y="37947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46520" y="37033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Автоматтандыру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548640" y="4251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6868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AI-көмекші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337560" y="4251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365760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Нүктелер мен кассалар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126480" y="425196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446520" y="416052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Баптаулар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Басқаларда жоқ нәрсе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35331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1323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накладной таниды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Жеткізушінің накладнойын суретке түсіресіз — тауарлар қоймаға өзі кіреді. Бағамен айырмашылықты көрсетеді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73752" y="135331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73752" y="13533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67528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Дауыспен түгендеу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367528" y="1645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Қоймада айтасыз: «Нан он бес» — жүйе жазады. Қолда қағаз жоқ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54203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3232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Салық өзі есептеледі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07008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Кіріс, шығыс, әлеуметтік төлемдер — 910-нысанға дайын сандар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73752" y="254203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73752" y="2542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367528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дүкен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367528" y="28346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Тапсырыстар мен тауарлар өзі синхрондалады. Бір қалдық — екі жерде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73075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1323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1207008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Кешкі есеп Telegram-ға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207008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Күн сайын кешке: түсім, чектер, қайтарымдар. Кабинетке кірмей-ақ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3566160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73752" y="3730752"/>
            <a:ext cx="365760" cy="36576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73752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367528" y="37033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Серіктес қасында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5367528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Орнатады, оқытады, келеді. Байланыс орталығына емес — адамға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Телефоннан — дүкен алақанда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760720" y="1097280"/>
            <a:ext cx="2377440" cy="3566160"/>
          </a:xfrm>
          <a:prstGeom prst="roundRect">
            <a:avLst>
              <a:gd name="adj" fmla="val 11538"/>
            </a:avLst>
          </a:prstGeom>
          <a:solidFill>
            <a:srgbClr val="0F3D2E"/>
          </a:solidFill>
          <a:ln/>
        </p:spPr>
      </p:sp>
      <p:sp>
        <p:nvSpPr>
          <p:cNvPr id="4" name="Shape 2"/>
          <p:cNvSpPr/>
          <p:nvPr/>
        </p:nvSpPr>
        <p:spPr>
          <a:xfrm>
            <a:off x="5897880" y="1371600"/>
            <a:ext cx="2103120" cy="3108960"/>
          </a:xfrm>
          <a:prstGeom prst="roundRect">
            <a:avLst>
              <a:gd name="adj" fmla="val 6522"/>
            </a:avLst>
          </a:prstGeom>
          <a:solidFill>
            <a:srgbClr val="F4F6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03504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Бүгін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Түсім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9385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184 500 ₸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2377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Чектер · 47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26060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Орташа чек · 3 925 ₸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 · 41 200 ₸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Шоттардағы ақша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035040" y="340156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 · 62 300 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· 122 200 ₸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1188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Түсім нақты уақытта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15179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Дүкенде болмасаңыз да — қанша сатылды, көрінеді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057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Пайда, орташа чек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3865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 түсім емес — өзіндік құн шегерілген нақты пайда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Шоттардағы ақша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25526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Кассада қанша, Kaspi-де қанша — бір экранда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794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Кешкі есеп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12394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немесе WhatsApp-қа өзі келеді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Бірінші жылдың құны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Толық тариф + орнату, бірінші жыл. Ресми сайттардан, 2026 жылғы қыркүйек</a:t>
            </a:r>
            <a:endParaRPr lang="en-US" sz="1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70 000 ₸ арзан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Бірінші жылда — UMAG-пен салыстырғанда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Орнату 20 000 ₸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2423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UMAG: 30 000 ₸ — 10 000 үнемдейсіз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Кассирге шек жоқ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3246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Wipon: қызметкер санына тариф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94360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кіреді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Бәсекелестерде мүлде жоқ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Тарифтер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8EFE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2801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45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6B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9 990 ₸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айына · 1 дүкен, 1 касса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Касса: сатылым, қайтарым, ауысым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Тауарлар мен қойма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Есептер мен көрсеткіштер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Адалдық және қарыз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Телефон қосымшасы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0F3D2E"/>
          </a:solidFill>
          <a:ln/>
        </p:spPr>
      </p:sp>
      <p:sp>
        <p:nvSpPr>
          <p:cNvPr id="9" name="Shape 7"/>
          <p:cNvSpPr/>
          <p:nvPr/>
        </p:nvSpPr>
        <p:spPr>
          <a:xfrm>
            <a:off x="6766560" y="1234440"/>
            <a:ext cx="1691640" cy="320040"/>
          </a:xfrm>
          <a:prstGeom prst="roundRect">
            <a:avLst>
              <a:gd name="adj" fmla="val 48571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123444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ҰСЫНАМЫЗ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Стандарт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937760" y="1645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14 900 ₸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2860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айына · 1 дүкен, кассалар шексіз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2697480"/>
            <a:ext cx="3383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Старттағының бәрі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накладной, дауыспен түгендеу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Kaspi дүкен, салық, жалақы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Таңбалау, акциз, көтерме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Автоматтандыру және API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Қосымша дүкен — 4 900 ₸ · Орнату 20 000 ₸ · Жылға төлесеңіз — 2 ай сыйлық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Бір күнде іске қосамыз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60120" y="1371600"/>
            <a:ext cx="731520" cy="7315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737360" y="1737360"/>
            <a:ext cx="457200" cy="0"/>
          </a:xfrm>
          <a:prstGeom prst="line">
            <a:avLst/>
          </a:prstGeom>
          <a:noFill/>
          <a:ln w="25400">
            <a:solidFill>
              <a:srgbClr val="E8EFE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Қоңырау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Серіктес келеді, дүкенді көреді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731520" cy="7315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5176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429000" y="1737360"/>
            <a:ext cx="457200" cy="0"/>
          </a:xfrm>
          <a:prstGeom prst="line">
            <a:avLst/>
          </a:prstGeom>
          <a:noFill/>
          <a:ln w="25400">
            <a:solidFill>
              <a:srgbClr val="E8EFE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4028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Орнату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4028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Касса, сканер, принтер — 2 сағат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371600"/>
            <a:ext cx="731520" cy="7315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4340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120640" y="1737360"/>
            <a:ext cx="457200" cy="0"/>
          </a:xfrm>
          <a:prstGeom prst="line">
            <a:avLst/>
          </a:prstGeom>
          <a:noFill/>
          <a:ln w="25400">
            <a:solidFill>
              <a:srgbClr val="E8EF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Тауарлар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Excel-ден немесе накладнойдан 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731520" cy="73152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03504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812280" y="1737360"/>
            <a:ext cx="457200" cy="0"/>
          </a:xfrm>
          <a:prstGeom prst="line">
            <a:avLst/>
          </a:prstGeom>
          <a:noFill/>
          <a:ln w="25400">
            <a:solidFill>
              <a:srgbClr val="E8EFE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Оқыту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2356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Кассирге жарты сағат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1371600"/>
            <a:ext cx="731520" cy="7315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26680" y="13716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22860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Сауда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Сол күні кешке — бірінші есеп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371600" y="3566160"/>
            <a:ext cx="6400800" cy="1005840"/>
          </a:xfrm>
          <a:prstGeom prst="roundRect">
            <a:avLst>
              <a:gd name="adj" fmla="val 9091"/>
            </a:avLst>
          </a:prstGeom>
          <a:solidFill>
            <a:srgbClr val="F4F6F3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71600" y="3657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күн тегін сынақ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4069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Ұнамаса — ештеңе төлемейсіз. Деректеріңіз сізде қалады.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B6B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1188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Табыс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Дүкеніңізге табыс әкелетін жүйе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tabys.duckdns.org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9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Сынақ кезеңін бастау үшін хабарласыңыз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2026-09-03T14:15:44Z</dcterms:created>
  <dcterms:modified xsi:type="dcterms:W3CDTF">2026-09-03T14:15:44Z</dcterms:modified>
</cp:coreProperties>
</file>